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96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04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💬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ДЛЯ ОРГАНИЗАЦИИ ВСТРЕЧ С ДРУЗЬЯМИ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Сбор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чат, где всё важное закреплено: место, время, опросы и </a:t>
            </a:r>
            <a:r>
              <a:rPr lang="en-US" sz="1700" dirty="0" err="1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r>
              <a:rPr lang="en-US" sz="170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сотен сообщений и потерянной информации.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57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проекта ·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Организация встреч — это всегда хаос в чате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2199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22217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Друзья создают группу в Telegram и обсуждают, куда пойти, во сколько и что купить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09067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98551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вы </a:t>
            </a:r>
            <a:r>
              <a:rPr lang="en-US" sz="13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пропустили</a:t>
            </a: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обсуждение</a:t>
            </a: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придётся перечитывать сотни сообщений или спрашивать всех заново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95935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85419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группа не придёт к консенсусу, чат разрастается в огромное полотно текста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82803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75945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Доступных альтернатив </a:t>
            </a:r>
            <a:r>
              <a:rPr lang="en-US" sz="13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</a:t>
            </a: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ru-RU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либо их нет в Р</a:t>
            </a:r>
            <a:r>
              <a:rPr lang="ru-RU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3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либо это неудобные инструменты вроде Google </a:t>
            </a:r>
            <a:r>
              <a:rPr lang="en-US" sz="13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Календаря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89520" y="914400"/>
            <a:ext cx="3931920" cy="5394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0" y="1143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Шашлыки в субботу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0100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сколько встречаемся?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2267712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000" y="2267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в 6?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2843784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28437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в 7 только смогу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3419856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1000" y="34198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хлеб берёт?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3995928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39959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место какое, опять забыл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0" y="457200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3C4A8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4572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Скиньте адрес плиз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63840" y="5148072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51480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 сообщений…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Все люди, умеющие пользоваться телефоном и имеющие друзей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30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</a:t>
            </a:r>
            <a:r>
              <a:rPr lang="en-US" sz="14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</a:t>
            </a:r>
            <a:r>
              <a:rPr lang="en-GB" sz="14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12–50 лет, все, кто хоть раз организовывал встречу в мессенджере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91840" cy="3383280"/>
          </a:xfrm>
          <a:prstGeom prst="roundRect">
            <a:avLst>
              <a:gd name="adj" fmla="val 3889"/>
            </a:avLst>
          </a:prstGeom>
          <a:solidFill>
            <a:srgbClr val="FFF7E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5176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🎒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12–18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60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Прогулки, встречи компанией, дни рождения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291840" cy="3383280"/>
          </a:xfrm>
          <a:prstGeom prst="roundRect">
            <a:avLst>
              <a:gd name="adj" fmla="val 3889"/>
            </a:avLst>
          </a:prstGeom>
          <a:solidFill>
            <a:srgbClr val="FDEA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6517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18–25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160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Тусовки, вечеринки, совместные поездки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291840" cy="3383280"/>
          </a:xfrm>
          <a:prstGeom prst="roundRect">
            <a:avLst>
              <a:gd name="adj" fmla="val 3889"/>
            </a:avLst>
          </a:prstGeom>
          <a:solidFill>
            <a:srgbClr val="FFF7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6760" y="265176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633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25–50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1605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Семейные сборы, шашлыки, деловые встречи вне офиса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ПОЛЬЗОВАТЕЛЕЙ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Проблемы в текущем подходе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38479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305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🌊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305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Информационный флуд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60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найти то о чём договорились, нужно пролистать кучу мемов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384795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305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🕳️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305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Потерянный контекст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560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пропустил обсуждение, приходится спрашивать о всём заново, только ухудшает флуд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384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0690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50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🐌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050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Долгий консенсус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4805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быстро заставить всех определиться с местом, временем и едой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38479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690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050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050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удобных инструментов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4805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Календарь и </a:t>
            </a:r>
            <a:r>
              <a:rPr lang="ru-RU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r>
              <a:rPr lang="en-US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 подходят для организации </a:t>
            </a:r>
            <a:r>
              <a:rPr lang="en-US" sz="120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</a:t>
            </a:r>
            <a:r>
              <a:rPr lang="ru-RU" sz="12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РЕШЕНИЕ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Чат со «слоем порядка» поверх обсуждения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4840" y="18745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предлагаем сервис для встреч с друзьями, где вся ключевая информация закрепляется в отдельных пинах, а не тонет в переписке — время, место, дата, опросы, чек-листы и итоги встречи.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F96167"/>
                </a:solidFill>
                <a:latin typeface="Bookman Old Style" pitchFamily="34" charset="0"/>
              </a:rPr>
              <a:t>Не надо листать флуд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6238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F96167"/>
                </a:solidFill>
                <a:latin typeface="Bookman Old Style" pitchFamily="34" charset="0"/>
              </a:rPr>
              <a:t>Удобное создание опросников в пинах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52360" y="822960"/>
            <a:ext cx="4114800" cy="5486400"/>
          </a:xfrm>
          <a:prstGeom prst="roundRect">
            <a:avLst>
              <a:gd name="adj" fmla="val 4000"/>
            </a:avLst>
          </a:prstGeom>
          <a:solidFill>
            <a:srgbClr val="FFF7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Закреплено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6002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9560" y="18013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9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у набережной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26680" y="27432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9560" y="29443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🗓️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Суббота, 18:00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26680" y="38862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40873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берём с собой на еду?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5029200"/>
            <a:ext cx="35661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9560" y="523036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5166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встречи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фото добавлено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От вопроса к </a:t>
            </a:r>
            <a:r>
              <a:rPr lang="en-US" sz="3000" b="1" dirty="0" err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решению</a:t>
            </a: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за 4 шага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организатор хочет узнать, что взять на встречу из еды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2514600"/>
            <a:ext cx="2480310" cy="3108960"/>
          </a:xfrm>
          <a:prstGeom prst="roundRect">
            <a:avLst>
              <a:gd name="adj" fmla="val 5161"/>
            </a:avLst>
          </a:prstGeom>
          <a:solidFill>
            <a:srgbClr val="384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6676" y="2679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05331" y="3154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5331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36676" y="411480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сообщение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36676" y="4617720"/>
            <a:ext cx="2114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«Кто что хочет есть на встрече?»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134106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54146" y="2514600"/>
            <a:ext cx="2480310" cy="3108960"/>
          </a:xfrm>
          <a:prstGeom prst="roundRect">
            <a:avLst>
              <a:gd name="adj" fmla="val 5161"/>
            </a:avLst>
          </a:prstGeom>
          <a:solidFill>
            <a:srgbClr val="3847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2679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05681" y="3154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05681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🗳️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637026" y="411480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опрос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37026" y="4617720"/>
            <a:ext cx="2114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Выделяет сообщение → «Создать опрос» → выбирает шаблон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34456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54496" y="2514600"/>
            <a:ext cx="2480310" cy="3108960"/>
          </a:xfrm>
          <a:prstGeom prst="roundRect">
            <a:avLst>
              <a:gd name="adj" fmla="val 5161"/>
            </a:avLst>
          </a:prstGeom>
          <a:solidFill>
            <a:srgbClr val="38479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37376" y="2679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106031" y="3154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06031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📎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411480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закрепляется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4617720"/>
            <a:ext cx="2114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всех участников появляется вкладка с этим опросом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34806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54846" y="2514600"/>
            <a:ext cx="2480310" cy="3108960"/>
          </a:xfrm>
          <a:prstGeom prst="roundRect">
            <a:avLst>
              <a:gd name="adj" fmla="val 5161"/>
            </a:avLst>
          </a:prstGeom>
          <a:solidFill>
            <a:srgbClr val="38479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37726" y="2679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06381" y="31546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06381" y="31363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237726" y="411480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отвечают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237726" y="4617720"/>
            <a:ext cx="2114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добавляет пункты в </a:t>
            </a:r>
            <a:r>
              <a:rPr lang="en-US" sz="105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</a:t>
            </a: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10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флуда в чате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Почему текущие варианты не решают задачу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206240"/>
          </a:xfrm>
          <a:prstGeom prst="roundRect">
            <a:avLst>
              <a:gd name="adj" fmla="val 4156"/>
            </a:avLst>
          </a:prstGeom>
          <a:solidFill>
            <a:srgbClr val="FFF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Telegram-группа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подход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729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структуры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8084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Пропущенное</a:t>
            </a: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найти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471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</a:t>
            </a:r>
            <a:r>
              <a:rPr lang="ru-RU" sz="11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ое</a:t>
            </a:r>
            <a:r>
              <a:rPr lang="ru-RU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 err="1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обсужение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11580" y="5155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ru-RU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Куча одинаковых опросов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0560" y="1874520"/>
            <a:ext cx="3520440" cy="4206240"/>
          </a:xfrm>
          <a:prstGeom prst="roundRect">
            <a:avLst>
              <a:gd name="adj" fmla="val 4156"/>
            </a:avLst>
          </a:prstGeom>
          <a:solidFill>
            <a:srgbClr val="FFF7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Календарь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для дружеских встреч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1729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 и неудобно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822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общего обсуждения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471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заточен под группы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5155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Ощущается как «работа»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21040" y="1874520"/>
            <a:ext cx="3520440" cy="4206240"/>
          </a:xfrm>
          <a:prstGeom prst="roundRect">
            <a:avLst>
              <a:gd name="adj" fmla="val 4156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9536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Сбор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решение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16382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Пины со всей инфой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831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ru-RU" sz="11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обсуждать 1 вопрос много раз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49884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ru-RU" sz="11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создание опросов</a:t>
            </a:r>
            <a:r>
              <a:rPr lang="en-US" sz="11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шаблонам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51937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любых встреч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КОНКУРЕНТНЫЕ ПРЕИМУЩЕСТВА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делает «Сбор» сильнее альтернатив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7E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🇷🇺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в России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там, где зарубежные аналоги для планирования недоступны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7E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ru-RU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создание чатов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создавать чаты так же как в мессенджере, без рассылок на почту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FF7E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консенсус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Шаблонные опросы и чек-листы вместо долгих обсуждений в переписке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D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462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🧷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закреплено в одном месте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669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листать историю чата, чтобы вспомнить детали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2062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DEAE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4480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462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 сценариев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669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и для шашлыков с друзьями, и для деловых встреч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FDEAEA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480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4462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порог входа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6692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Знакомый </a:t>
            </a:r>
            <a:r>
              <a:rPr lang="en-US" sz="105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чата</a:t>
            </a:r>
            <a:r>
              <a:rPr lang="ru-RU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нужно ничего объяснять новым участникам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СЦЕНАРИИ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Кому и когда пригодится «Сбор»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743200"/>
          </a:xfrm>
          <a:prstGeom prst="roundRect">
            <a:avLst>
              <a:gd name="adj" fmla="val 5333"/>
            </a:avLst>
          </a:prstGeom>
          <a:solidFill>
            <a:srgbClr val="384795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882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Шашлыки с друзьями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Место, время и чек-лист продуктов </a:t>
            </a:r>
            <a:r>
              <a:rPr lang="en-US" sz="110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закреплены</a:t>
            </a: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никто не приедет с пустыми руками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20440" cy="2743200"/>
          </a:xfrm>
          <a:prstGeom prst="roundRect">
            <a:avLst>
              <a:gd name="adj" fmla="val 5333"/>
            </a:avLst>
          </a:prstGeom>
          <a:solidFill>
            <a:srgbClr val="384795"/>
          </a:solidFill>
          <a:ln/>
        </p:spPr>
      </p:sp>
      <p:sp>
        <p:nvSpPr>
          <p:cNvPr id="10" name="Shape 8"/>
          <p:cNvSpPr/>
          <p:nvPr/>
        </p:nvSpPr>
        <p:spPr>
          <a:xfrm>
            <a:off x="5829300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930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🎂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рождения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по меню и подаркам, </a:t>
            </a:r>
            <a:r>
              <a:rPr lang="en-US" sz="110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вечера</a:t>
            </a: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одном пине, доступном всем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20440" cy="2743200"/>
          </a:xfrm>
          <a:prstGeom prst="roundRect">
            <a:avLst>
              <a:gd name="adj" fmla="val 5333"/>
            </a:avLst>
          </a:prstGeom>
          <a:solidFill>
            <a:srgbClr val="384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69780" y="21031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69780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Деловая встреча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Повестка, время и место закреплены, а итоги и файлы сохраняются в отдельном пине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10667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89204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«Сбор» превращает хаос группового чата в понятный и структурированный процесс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встречи</a:t>
            </a:r>
            <a:r>
              <a:rPr lang="ru-RU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прозрачнее и без потерянной информации.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691</Words>
  <Application>Microsoft Office PowerPoint</Application>
  <PresentationFormat>Широкоэкранный</PresentationFormat>
  <Paragraphs>170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Toropov</cp:lastModifiedBy>
  <cp:revision>3</cp:revision>
  <dcterms:created xsi:type="dcterms:W3CDTF">2026-09-12T17:13:04Z</dcterms:created>
  <dcterms:modified xsi:type="dcterms:W3CDTF">2026-09-13T10:01:28Z</dcterms:modified>
</cp:coreProperties>
</file>