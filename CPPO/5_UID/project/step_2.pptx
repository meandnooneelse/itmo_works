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F9E795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8046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«СБОР» · ЭТАП 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Пользовательские сценарии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аудитория, user story, отбор MVP и сценарий обмена информацией между участниками и системой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Группы с равным правом голоса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единого лидера — решения принимаются коллективным обсуждением. Именно здесь острее всего проявляется наша ключевая боль: флуд и долгий консенсус.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2779776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друзей планирует шашлыки/поездку/вечеринку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355848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2278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Совместное застолье или встреча одногруппников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393192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8039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Соседи по комнате/квартире, договаривающиеся о бытовых вопросах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4507992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3799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Неформальная компания, скидывающаяся на подарок/мероприятие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5084064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9560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Друзья, организующие совместный отдых (поход, поездка)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СЕРВИСА ДЛЯ ЭТОЙ ГРУППЫ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269748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7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2697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может высказать своё мнение и повлиять на решение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361188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7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36118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Обсуждение приводит к зафиксированному общему решению, а не растворяется в переписке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52628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7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29400" y="45262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обсуждения выносится в отдельное, легко находимое место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544068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7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54406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Пропустивший обсуждение может быстро узнать итог, не читая всю переписку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Пять историй одной аудитории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0992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как участник дружеской компании хочу предложить свой вариант в общем обсуждении (место, время, продукты), чтобы участвовать в принятии решения наравне со всеми.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060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как участник компании хочу видеть согласованный итог обсуждения (место, время, кто что берёт), чтобы не перечитывать всю переписку ради этой информации.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7530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50215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как участник, пропустивший часть обсуждения, хочу сразу получить актуальную согласованную информацию о встрече, чтобы включиться в подготовку без вопросов остальным.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471416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98264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как инициатор сбора мнений хочу быстро собрать ответы всех участников по конкретному вопросу, чтобы не собирать их вручную из потока сообщений.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36752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294376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как любой участник группы хочу зафиксировать согласованные дату, время и место встречи, чтобы к ним можно было вернуться без поиска в переписке.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В MVP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Сквозной сценарий из четырёх историй + базовый чат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фиксации базовых договорённостей до сбора мнений и общего согласованного итога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4206240"/>
        </p:xfrm>
        <a:graphic>
          <a:graphicData uri="http://schemas.openxmlformats.org/drawingml/2006/table">
            <a:tbl>
              <a:tblPr/>
              <a:tblGrid>
                <a:gridCol w="731520"/>
                <a:gridCol w="4206240"/>
                <a:gridCol w="5943600"/>
              </a:tblGrid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Почему в MVP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Фиксация даты, времени и места встречи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Базовая функция, без которой сервис не отличается от обычного чата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Быстрый сбор мнений участников по шаблону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Решает главную боль — долгий консенсус и флуд при обсуждении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Видимый согласованный итог обсуждения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Превращает результат опроса/обсуждения в постоянный источник правды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Быстрое включение пропустившего участника в контекст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Прямое следствие истории 2 — тот же итог решает и эту задачу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Обсуждение в обычном формате чата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Основа чата: сообщения, файлы, стикеры, реакции, голосовые, кружочки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А · US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Участник фиксирует согласованную информацию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229600" cy="1065276"/>
          </a:xfrm>
          <a:prstGeom prst="roundRect">
            <a:avLst>
              <a:gd name="adj" fmla="val 10300"/>
            </a:avLst>
          </a:prstGeom>
          <a:solidFill>
            <a:srgbClr val="FDEA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6479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02536"/>
            <a:ext cx="76809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пришла к согласию по дате, времени и месту встречи — сообщает системе намерение зафиксировать эти сведения.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2903220"/>
            <a:ext cx="8229600" cy="1065276"/>
          </a:xfrm>
          <a:prstGeom prst="roundRect">
            <a:avLst>
              <a:gd name="adj" fmla="val 103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297637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214116"/>
            <a:ext cx="76809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 данные как основные сведения о встрече, доступные каждому участнику группы независимо от того, кто их зафиксировал.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8229600" cy="1065276"/>
          </a:xfrm>
          <a:prstGeom prst="roundRect">
            <a:avLst>
              <a:gd name="adj" fmla="val 10300"/>
            </a:avLst>
          </a:prstGeom>
          <a:solidFill>
            <a:srgbClr val="FDEA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879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УЧАСТНИК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25696"/>
            <a:ext cx="76809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любой момент запрашивает актуальные сведения о встрече.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5326380"/>
            <a:ext cx="8229600" cy="1065276"/>
          </a:xfrm>
          <a:prstGeom prst="roundRect">
            <a:avLst>
              <a:gd name="adj" fmla="val 10300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66160" y="53995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5637276"/>
            <a:ext cx="76809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Предоставляет последнюю зафиксированную версию данных (дата, время, место) без обращения к другим участникам.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Б · US 4 → US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Сбор мнений участников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229600" cy="661416"/>
          </a:xfrm>
          <a:prstGeom prst="roundRect">
            <a:avLst>
              <a:gd name="adj" fmla="val 1659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6479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ИНИЦИАТОР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02536"/>
            <a:ext cx="7680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Формулирует вопрос, требующий мнения каждого (например: что взять из еды), и просит систему собрать ответы от всех.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2499360"/>
            <a:ext cx="8229600" cy="661416"/>
          </a:xfrm>
          <a:prstGeom prst="roundRect">
            <a:avLst>
              <a:gd name="adj" fmla="val 16590"/>
            </a:avLst>
          </a:prstGeom>
          <a:solidFill>
            <a:srgbClr val="38479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257251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810256"/>
            <a:ext cx="7680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Уточняет ожидаемый тип ответа и открывает сбор мнений, оповещая участников, что от них нужен ответ.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307080"/>
            <a:ext cx="8229600" cy="661416"/>
          </a:xfrm>
          <a:prstGeom prst="roundRect">
            <a:avLst>
              <a:gd name="adj" fmla="val 16590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3802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УЧАСТНИК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617976"/>
            <a:ext cx="7680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очереди передаёт системе свой вариант ответа.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4114800"/>
            <a:ext cx="8229600" cy="661416"/>
          </a:xfrm>
          <a:prstGeom prst="roundRect">
            <a:avLst>
              <a:gd name="adj" fmla="val 16590"/>
            </a:avLst>
          </a:prstGeom>
          <a:solidFill>
            <a:srgbClr val="38479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66160" y="41879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425696"/>
            <a:ext cx="7680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Объединяет ответы в согласованный результат, связанный с вопросом, — отдельно от общего потока обсуждения.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922520"/>
            <a:ext cx="8229600" cy="661416"/>
          </a:xfrm>
          <a:prstGeom prst="roundRect">
            <a:avLst>
              <a:gd name="adj" fmla="val 16590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99567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УЧАСТНИК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233416"/>
            <a:ext cx="7680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Запрашивает согласованный результат — независимо от того, участвовал ли он в обсуждении.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5730240"/>
            <a:ext cx="8229600" cy="661416"/>
          </a:xfrm>
          <a:prstGeom prst="roundRect">
            <a:avLst>
              <a:gd name="adj" fmla="val 16590"/>
            </a:avLst>
          </a:prstGeom>
          <a:solidFill>
            <a:srgbClr val="38479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66160" y="580339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6041136"/>
            <a:ext cx="7680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Выдаёт актуальный агрегированный результат независимо от объёма переписки, где он формировался.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В · US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Пропустивший обсуждение включается в контекст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229600" cy="1469136"/>
          </a:xfrm>
          <a:prstGeom prst="roundRect">
            <a:avLst>
              <a:gd name="adj" fmla="val 7469"/>
            </a:avLst>
          </a:prstGeom>
          <a:solidFill>
            <a:srgbClr val="FDEA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6479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02536"/>
            <a:ext cx="768096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видевший переписку, сообщает системе, что хочет узнать текущее состояние подготовки к встрече.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3307080"/>
            <a:ext cx="8229600" cy="1469136"/>
          </a:xfrm>
          <a:prstGeom prst="roundRect">
            <a:avLst>
              <a:gd name="adj" fmla="val 7469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33802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617976"/>
            <a:ext cx="768096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Формирует и передаёт сводку всех зафиксированных данных: основные сведения и согласованные результаты обсуждений — без исходного потока переписки.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922520"/>
            <a:ext cx="8229600" cy="1469136"/>
          </a:xfrm>
          <a:prstGeom prst="roundRect">
            <a:avLst>
              <a:gd name="adj" fmla="val 7469"/>
            </a:avLst>
          </a:prstGeom>
          <a:solidFill>
            <a:srgbClr val="FDEA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99567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233416"/>
            <a:ext cx="768096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основе полученной сводки сообщает системе свой вклад в один из пунктов, не нуждаясь в истории обсуждения.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СЦЕНАРИЯ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От списка друзей до жизни группы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37560" cy="1143000"/>
          </a:xfrm>
          <a:prstGeom prst="roundRect">
            <a:avLst>
              <a:gd name="adj" fmla="val 9600"/>
            </a:avLst>
          </a:prstGeom>
          <a:solidFill>
            <a:srgbClr val="38479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друзей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9888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337560" cy="1143000"/>
          </a:xfrm>
          <a:prstGeom prst="roundRect">
            <a:avLst>
              <a:gd name="adj" fmla="val 9600"/>
            </a:avLst>
          </a:prstGeom>
          <a:solidFill>
            <a:srgbClr val="38479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6916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Инициатор формулирует вводные и рассылает приглашения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19888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3337560" cy="1143000"/>
          </a:xfrm>
          <a:prstGeom prst="roundRect">
            <a:avLst>
              <a:gd name="adj" fmla="val 9600"/>
            </a:avLst>
          </a:prstGeom>
          <a:solidFill>
            <a:srgbClr val="38479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38160" y="16916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Согласившиеся автоматически становятся участниками группы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92140" y="28529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10881360" cy="1828800"/>
          </a:xfrm>
          <a:prstGeom prst="roundRect">
            <a:avLst>
              <a:gd name="adj" fmla="val 7000"/>
            </a:avLst>
          </a:prstGeom>
          <a:solidFill>
            <a:srgbClr val="1B2350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447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ПОВТОРЯЕТСЯ ДЛЯ КАЖДОГО ВОПРОСА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840480"/>
            <a:ext cx="2423160" cy="1097280"/>
          </a:xfrm>
          <a:prstGeom prst="roundRect">
            <a:avLst>
              <a:gd name="adj" fmla="val 8333"/>
            </a:avLst>
          </a:prstGeom>
          <a:solidFill>
            <a:srgbClr val="38479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38404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Возникает вопрос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41605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93592" y="3840480"/>
            <a:ext cx="2423160" cy="1097280"/>
          </a:xfrm>
          <a:prstGeom prst="roundRect">
            <a:avLst>
              <a:gd name="adj" fmla="val 8333"/>
            </a:avLst>
          </a:prstGeom>
          <a:solidFill>
            <a:srgbClr val="38479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30752" y="38404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 или свободное обсуждение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016752" y="41605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72784" y="3840480"/>
            <a:ext cx="2423160" cy="1097280"/>
          </a:xfrm>
          <a:prstGeom prst="roundRect">
            <a:avLst>
              <a:gd name="adj" fmla="val 8333"/>
            </a:avLst>
          </a:prstGeom>
          <a:solidFill>
            <a:srgbClr val="38479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9944" y="38404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 результат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695944" y="41605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51976" y="3840480"/>
            <a:ext cx="2423160" cy="1097280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89136" y="38404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закрепляется в пины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пока остаются вопросы — жизнь группы продолжается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48640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E1D5E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486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участник присоединяется позже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160520" y="5760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663440" y="5486400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E1D5E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46320" y="5486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Смотрит закреплённые пины вместо всей истории сообщений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5486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7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подключается к циклу обсуждения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2026-09-14T07:22:20Z</dcterms:created>
  <dcterms:modified xsi:type="dcterms:W3CDTF">2026-09-14T07:22:20Z</dcterms:modified>
</cp:coreProperties>
</file>